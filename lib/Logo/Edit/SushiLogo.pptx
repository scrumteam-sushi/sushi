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26"/>
  </p:normalViewPr>
  <p:slideViewPr>
    <p:cSldViewPr snapToGrid="0" snapToObjects="1">
      <p:cViewPr varScale="1">
        <p:scale>
          <a:sx n="84" d="100"/>
          <a:sy n="84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F3EB-8894-554F-B500-289E87F3F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1C00-DE88-A747-848C-53962ECB8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58957-29D3-9F42-8838-BF0D4194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6D8D3-F6DD-0340-A1B7-0E13F26A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D5948-A55C-004B-82A2-03AC6CE1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3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C8F3-D7FE-2A44-88A1-2E355A09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B9E1-A47D-224B-86E9-22A0FBB3B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5FC5-5171-1D4E-985F-D69BA9A3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A92AC-FC61-9F41-88E1-88846F3B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8FAB0-C218-1A41-8C3B-0ABF4154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5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C0FF-EBB7-6A4A-9961-5CE834F1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2AC48-3DC4-B14E-8566-484B5BB7A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DDD86-F21D-BF41-B2D1-F0A25AAC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D908A-C548-5945-AD19-EBE013925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289FC-A2D6-E447-BB6C-ACCF627B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30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605C-E2C7-3142-AF96-B58DA380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5B4A4-692E-3B47-A123-8F8791280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F7065-0A3F-534B-82E1-B1E4BECEF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E2119-651D-974E-BB3C-7202633C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92F8F-CBD6-6844-B52F-2DFC4FDB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84A0-BE41-AC44-833E-10C98884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5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8907-B9C5-124F-BE99-1F39390F1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1F3AA-561A-9346-8FF0-8C6DB10D7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72A53-EE46-5E46-9C2B-4E60B9842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4A004-BF6B-FF48-A7C5-01C5C040E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8066A-1101-DA43-AE97-FEABAD058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D828D-DF02-4141-8195-805054EC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FD6FC-5773-7542-A935-897D73DE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76CCC-DEDE-AE48-B538-BB313D89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DA6F-0243-C949-9293-1D924062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9070D-DFBF-5F4A-8545-11ACEAF52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BEA8A-2E70-FB48-9CDC-BAA3E622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9B4C5-D18D-1844-8053-83841D7A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4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A5796-45CB-1749-80C5-099EB3941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9DBD2-7CE4-3449-A5EC-A137343D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085F-8491-5346-9DD6-5B7B9F4D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8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8E4F-48FC-C640-8AE3-8A8E67E6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B033-3A00-E246-90C9-F16F74F8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0D7B4-68B2-0B46-B027-166EF6EA2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6FCC0-6652-B942-AF46-34619F46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8C4AF-0ED3-DE45-ACDB-1C07AC13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D265B-E93D-D44A-B855-9C96E074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3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45AE-98CF-6E4E-92A5-41A4B086E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3FA23-8D06-3246-BB4B-6334A2C7F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826F0-1349-E74E-89FC-9778260F4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D7E7C-DAB5-6F4C-97DC-6A20FC37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CFC0F-8262-3B48-AF71-B52ABAEE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2DDC4-D370-7443-9618-41AB1D89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8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33D2-48A6-3E4F-9210-CAB5A811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D7108-7BF8-F54E-86D8-899A7E3C9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F1670-9B29-7044-BC70-4E14FC69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EA540-FE20-7C4F-95ED-9617ECF5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0B61D-92B5-7D4C-B809-C7824A04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3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E2892-99B1-E143-BE34-604CB579D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5408D-4151-3640-A3AE-5D288D86E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12A5-6A9B-204B-86B3-51695022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373D8-B161-294F-9688-8EB5D36CE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423FA-209E-794A-9828-D89106D1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1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F41CC-3B90-524A-86C5-AF882C35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98E21-E5D0-B940-BF73-78F46F6D3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9837-9241-3346-BD2C-A2D1063DC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57B80-E02E-FA45-AF70-A86CBFF6A30D}" type="datetimeFigureOut">
              <a:rPr lang="en-US" smtClean="0"/>
              <a:t>10/17/18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5F73-735D-DD45-A5D9-0CDA3ED71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A0B39-D774-5042-9064-189362D5B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1610B-07B6-3549-848B-9143FCF49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75EE952-9096-1448-9ED4-8C637C441D3C}"/>
              </a:ext>
            </a:extLst>
          </p:cNvPr>
          <p:cNvGrpSpPr/>
          <p:nvPr/>
        </p:nvGrpSpPr>
        <p:grpSpPr>
          <a:xfrm>
            <a:off x="3858417" y="1191418"/>
            <a:ext cx="4475164" cy="5446702"/>
            <a:chOff x="3858417" y="1191418"/>
            <a:chExt cx="4475164" cy="54467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090586-21B0-7943-9EE5-3F812FE59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58418" y="1191418"/>
              <a:ext cx="4475163" cy="44751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79C6F2-F37B-2E42-840A-E947DC3840A5}"/>
                </a:ext>
              </a:extLst>
            </p:cNvPr>
            <p:cNvSpPr txBox="1"/>
            <p:nvPr/>
          </p:nvSpPr>
          <p:spPr>
            <a:xfrm>
              <a:off x="3858417" y="1196971"/>
              <a:ext cx="36710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latin typeface="Impact" panose="020B0806030902050204" pitchFamily="34" charset="0"/>
                </a:rPr>
                <a:t>Dev Ops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AD2AE0-5FBC-0148-B0F3-E61513A0A54A}"/>
                </a:ext>
              </a:extLst>
            </p:cNvPr>
            <p:cNvSpPr txBox="1"/>
            <p:nvPr/>
          </p:nvSpPr>
          <p:spPr>
            <a:xfrm>
              <a:off x="4382293" y="4206877"/>
              <a:ext cx="3951288" cy="2431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5400" dirty="0">
                  <a:latin typeface="Zapfino" panose="03030300040707070C03" pitchFamily="66" charset="77"/>
                </a:rPr>
                <a:t>Sushi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085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Impact</vt:lpstr>
      <vt:lpstr>Zapfino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Bubniak</dc:creator>
  <cp:lastModifiedBy>Stephen Bubniak</cp:lastModifiedBy>
  <cp:revision>2</cp:revision>
  <dcterms:created xsi:type="dcterms:W3CDTF">2018-10-17T20:22:51Z</dcterms:created>
  <dcterms:modified xsi:type="dcterms:W3CDTF">2018-10-17T20:39:14Z</dcterms:modified>
</cp:coreProperties>
</file>